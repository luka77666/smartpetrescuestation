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9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基于STM32的智能宠物救助站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功能介绍 / 毕业设计答辩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仲恺农业工程学院 · 电子信息工程222班 · 林湘龙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01 系统架构  ·  02 启动说明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637276" cy="5486400"/>
          </a:xfrm>
          <a:prstGeom prst="rect">
            <a:avLst/>
          </a:prstGeom>
          <a:noFill/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90FF"/>
                </a:solidFill>
              </a:rPr>
              <a:t>系统架构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5916" y="1005840"/>
            <a:ext cx="5637276" cy="5486400"/>
          </a:xfrm>
          <a:prstGeom prst="rect">
            <a:avLst/>
          </a:prstGeom>
          <a:noFill/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8796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90FF"/>
                </a:solidFill>
              </a:rPr>
              <a:t>启动说明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8796" y="1828800"/>
            <a:ext cx="53629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74150"/>
                </a:solidFill>
              </a:rPr>
              <a:t>1. 接通12V电源，系统自动初始化，TFT屏幕亮起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8796" y="2423160"/>
            <a:ext cx="53629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74150"/>
                </a:solidFill>
              </a:rPr>
              <a:t>2. 手机连接WiFi热点 ZNCWJZZ，打开APP点击连接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6" y="3017520"/>
            <a:ext cx="53629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74150"/>
                </a:solidFill>
              </a:rPr>
              <a:t>3. APP主界面显示温度、湿度、重量、水位实时数据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6" y="3611880"/>
            <a:ext cx="53629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74150"/>
                </a:solidFill>
              </a:rPr>
              <a:t>4. 使用底部按键或APP远程控制喂食、补水、模式切换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03 核心功能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45836" cy="153924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890FF"/>
                </a:solidFill>
              </a:rPr>
              <a:t>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143000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74150"/>
                </a:solidFill>
              </a:rPr>
              <a:t>环境监测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271516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46E7D"/>
                </a:solidFill>
              </a:rPr>
              <a:t>DHT11实时采集温度湿度，数据每2秒更新一次，异常时TFT屏幕显示红色报警，APP同步推送提醒。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005840"/>
            <a:ext cx="5545836" cy="153924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155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890FF"/>
                </a:solidFill>
              </a:rPr>
              <a:t>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6" y="1143000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74150"/>
                </a:solidFill>
              </a:rPr>
              <a:t>称重监测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1636" y="1645920"/>
            <a:ext cx="5271516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46E7D"/>
                </a:solidFill>
              </a:rPr>
              <a:t>HX711模块精准采集重量，增量称重算法判断喂食量，精度±2g，支持三类宠物重量校准。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2240"/>
            <a:ext cx="5545836" cy="153924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91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890FF"/>
                </a:solidFill>
              </a:rPr>
              <a:t>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19400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74150"/>
                </a:solidFill>
              </a:rPr>
              <a:t>自动补水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22320"/>
            <a:ext cx="5271516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46E7D"/>
                </a:solidFill>
              </a:rPr>
              <a:t>ADC采集水位传感器电压换算百分比，低于水位阈值自动启动继电器开启水泵，补水至阈值以上自动停止。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2682240"/>
            <a:ext cx="5545836" cy="153924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1636" y="2791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890FF"/>
                </a:solidFill>
              </a:rPr>
              <a:t>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0276" y="2819400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74150"/>
                </a:solidFill>
              </a:rPr>
              <a:t>自动喂食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1636" y="3322320"/>
            <a:ext cx="5271516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46E7D"/>
                </a:solidFill>
              </a:rPr>
              <a:t>步进电机推料器按增量称重精准投喂，防卡粮正反转算法，支持定时自动投喂与APP远程控制。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58640"/>
            <a:ext cx="5545836" cy="153924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68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890FF"/>
                </a:solidFill>
              </a:rPr>
              <a:t>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95800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74150"/>
                </a:solidFill>
              </a:rPr>
              <a:t>APP远程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98720"/>
            <a:ext cx="5271516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46E7D"/>
                </a:solidFill>
              </a:rPr>
              <a:t>Jetpack Compose开发Android应用，TCP Socket通信，支持实时数据监测、远程喂食、定时任务管理。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4358640"/>
            <a:ext cx="5545836" cy="153924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1636" y="4468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890FF"/>
                </a:solidFill>
              </a:rPr>
              <a:t>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0276" y="4495800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74150"/>
                </a:solidFill>
              </a:rPr>
              <a:t>手动控制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1636" y="4998720"/>
            <a:ext cx="5271516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46E7D"/>
                </a:solidFill>
              </a:rPr>
              <a:t>设备面板四按键支持模式切换、光标移动、手动启停喂食/水泵，断网环境仍可独立运行。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04 按键说明  ·  05 实物展示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637276" cy="5486400"/>
          </a:xfrm>
          <a:prstGeom prst="rect">
            <a:avLst/>
          </a:prstGeom>
          <a:noFill/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90FF"/>
                </a:solidFill>
              </a:rPr>
              <a:t>按键说明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02920" cy="411480"/>
          </a:xfrm>
          <a:prstGeom prst="rect">
            <a:avLst/>
          </a:prstGeom>
          <a:solidFill>
            <a:srgbClr val="D2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20413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4150"/>
                </a:solidFill>
              </a:rPr>
              <a:t>KEY_1  模式切换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5900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46E7D"/>
                </a:solidFill>
              </a:rPr>
              <a:t>自动/手动模式切换
按一次切换一种工作模式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5838" y="1828800"/>
            <a:ext cx="502920" cy="411480"/>
          </a:xfrm>
          <a:prstGeom prst="rect">
            <a:avLst/>
          </a:prstGeom>
          <a:solidFill>
            <a:srgbClr val="D2A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0198" y="1810512"/>
            <a:ext cx="20413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4150"/>
                </a:solidFill>
              </a:rPr>
              <a:t>KEY_2  光标移动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278" y="2286000"/>
            <a:ext cx="25900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46E7D"/>
                </a:solidFill>
              </a:rPr>
              <a:t>设置页面光标上下移动
选择要修改的参数项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02920" cy="411480"/>
          </a:xfrm>
          <a:prstGeom prst="rect">
            <a:avLst/>
          </a:prstGeom>
          <a:solidFill>
            <a:srgbClr val="00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73552"/>
            <a:ext cx="20413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4150"/>
                </a:solidFill>
              </a:rPr>
              <a:t>KEY_3  启动功能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25900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46E7D"/>
                </a:solidFill>
              </a:rPr>
              <a:t>启动喂食或开启水泵
根据当前模式执行对应操作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5838" y="3291840"/>
            <a:ext cx="502920" cy="411480"/>
          </a:xfrm>
          <a:prstGeom prst="rect">
            <a:avLst/>
          </a:prstGeom>
          <a:solidFill>
            <a:srgbClr val="37A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0198" y="3273552"/>
            <a:ext cx="20413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4150"/>
                </a:solidFill>
              </a:rPr>
              <a:t>KEY_4  停止功能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7278" y="3749040"/>
            <a:ext cx="25900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46E7D"/>
                </a:solidFill>
              </a:rPr>
              <a:t>停止喂食或关闭水泵
紧急停止所有执行机构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5916" y="1005840"/>
            <a:ext cx="5637276" cy="5486400"/>
          </a:xfrm>
          <a:prstGeom prst="rect">
            <a:avLst/>
          </a:prstGeom>
          <a:noFill/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8796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90FF"/>
                </a:solidFill>
              </a:rPr>
              <a:t>实物展示</a:t>
            </a:r>
          </a:p>
        </p:txBody>
      </p:sp>
      <p:pic>
        <p:nvPicPr>
          <p:cNvPr id="20" name="Picture 19" descr="device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96" y="1828800"/>
            <a:ext cx="2560320" cy="3415095"/>
          </a:xfrm>
          <a:prstGeom prst="rect">
            <a:avLst/>
          </a:prstGeom>
        </p:spPr>
      </p:pic>
      <p:pic>
        <p:nvPicPr>
          <p:cNvPr id="21" name="Picture 20" descr="app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4114800"/>
            <a:ext cx="1280160" cy="2692603"/>
          </a:xfrm>
          <a:prstGeom prst="rect">
            <a:avLst/>
          </a:prstGeom>
        </p:spPr>
      </p:pic>
      <p:pic>
        <p:nvPicPr>
          <p:cNvPr id="22" name="Picture 21" descr="app_fe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836" y="4114800"/>
            <a:ext cx="1280160" cy="2703271"/>
          </a:xfrm>
          <a:prstGeom prst="rect">
            <a:avLst/>
          </a:prstGeom>
        </p:spPr>
      </p:pic>
      <p:pic>
        <p:nvPicPr>
          <p:cNvPr id="23" name="Picture 22" descr="app_schedu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4876" y="4114800"/>
            <a:ext cx="1280160" cy="270327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68796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E7D"/>
                </a:solidFill>
              </a:rPr>
              <a:t>APP界面（首页/喂食/定时）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9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谢谢观看！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基于STM32的智能宠物救助站 · 毕设答辩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仲恺农业工程学院 · 电子信息工程222班 · 林湘龙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